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5943600" y="-91440"/>
            <a:ext cx="3474720" cy="73152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6583680" y="18288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7132320" y="457200"/>
            <a:ext cx="2194560" cy="36576"/>
          </a:xfrm>
          <a:prstGeom prst="rect">
            <a:avLst/>
          </a:prstGeom>
          <a:solidFill>
            <a:srgbClr val="A855F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900000">
            <a:off x="-457200" y="4572000"/>
            <a:ext cx="3200400" cy="73152"/>
          </a:xfrm>
          <a:prstGeom prst="rect">
            <a:avLst/>
          </a:prstGeom>
          <a:solidFill>
            <a:srgbClr val="00C4E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900000">
            <a:off x="-274320" y="4846320"/>
            <a:ext cx="2286000" cy="4572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0C4E8">
              <a:alpha val="7000"/>
            </a:srgbClr>
          </a:solidFill>
          <a:ln w="6350">
            <a:solidFill>
              <a:srgbClr val="00C4E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914400"/>
            <a:ext cx="2286000" cy="2286000"/>
          </a:xfrm>
          <a:prstGeom prst="ellipse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14300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4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NAVIKA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RAG-Driven Personal Finance Intelligence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594360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combines FAISS vector search, sentence-transformer embeddings, and Google Gemini to deliver real-time, evidence-grounded financial risk analysis — built for the era of intelligent personal finance.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016252" cy="292608"/>
          </a:xfrm>
          <a:prstGeom prst="rect">
            <a:avLst/>
          </a:prstGeom>
          <a:solidFill>
            <a:srgbClr val="00C4E8">
              <a:alpha val="15000"/>
            </a:srgbClr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Vector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83180" y="3200400"/>
            <a:ext cx="1234440" cy="292608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3180" y="3200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27348" y="3200400"/>
            <a:ext cx="1408176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7348" y="3200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5252" y="3200400"/>
            <a:ext cx="1755648" cy="292608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5252" y="32004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Framework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Tabs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RAG+LLM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94560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Auth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FAISS Index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0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 License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github.com/Nitanshu715/Navika  •  navika-gold-book.reflex.run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finance apps fail people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2103120"/>
          </a:xfrm>
          <a:prstGeom prst="rect">
            <a:avLst/>
          </a:prstGeom>
          <a:solidFill>
            <a:srgbClr val="0B1829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feel their finance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data but gives no guidance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5303520" cy="713232"/>
          </a:xfrm>
          <a:prstGeom prst="rect">
            <a:avLst/>
          </a:prstGeom>
          <a:solidFill>
            <a:srgbClr val="0F20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23444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307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Context-Aware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show charts and numbers but cannot answer 'Why am I overspending on food?' — they lack AI reasoning over your specific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057400"/>
            <a:ext cx="5303520" cy="713232"/>
          </a:xfrm>
          <a:prstGeom prst="rect">
            <a:avLst/>
          </a:prstGeom>
          <a:solidFill>
            <a:srgbClr val="0F20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05740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Advice, Not Yours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chatbots give textbook financial advice disconnected from your actual transaction patterns — they hallucinate recommendations.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880360"/>
            <a:ext cx="5303520" cy="713232"/>
          </a:xfrm>
          <a:prstGeom prst="rect">
            <a:avLst/>
          </a:prstGeom>
          <a:solidFill>
            <a:srgbClr val="0F20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880360"/>
            <a:ext cx="54864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2953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Anomaly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3200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 that automatically flags suspicious spending spikes using your personal baseline — anomalies go unnoticed.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793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don't need another app that shows them a pie chart. They need an AI that reads their data and explains the risk."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Navika: Intelligence, not just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68580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Navika is the first personal finance platform to use Retrieval-Augmented Generation (RAG) to answer financial questions using your own transaction history as the knowledge base — not general training data. Every AI answer is grounded in real evidence from your spending.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114800" cy="1188720"/>
          </a:xfrm>
          <a:prstGeom prst="rect">
            <a:avLst/>
          </a:prstGeom>
          <a:solidFill>
            <a:srgbClr val="0F2035"/>
          </a:solidFill>
          <a:ln w="12700">
            <a:solidFill>
              <a:srgbClr val="00C4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075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retrieves your most relevant past transactions before every AI query — grounding responses in real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4114800" cy="1188720"/>
          </a:xfrm>
          <a:prstGeom prst="rect">
            <a:avLst/>
          </a:prstGeom>
          <a:solidFill>
            <a:srgbClr val="0F203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2075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analyzes retrieved context + statistics to return structured risk_level, observations, and actionable recommendations.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114800" cy="1188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447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statistical analysis identifies spending anomalies automatically across your entire transaction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337560"/>
            <a:ext cx="4114800" cy="1188720"/>
          </a:xfrm>
          <a:prstGeom prst="rect">
            <a:avLst/>
          </a:prstGeom>
          <a:solidFill>
            <a:srgbClr val="0F20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3447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Auth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auth: email verification, Google OAuth, password reset, JWT sessions — complete user isolation.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RAG Intelligence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2560320"/>
          </a:xfrm>
          <a:prstGeom prst="rect">
            <a:avLst/>
          </a:prstGeom>
          <a:solidFill>
            <a:srgbClr val="0B1829"/>
          </a:solidFill>
          <a:ln w="19050">
            <a:solidFill>
              <a:srgbClr val="00C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005840"/>
            <a:ext cx="548640" cy="54864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005840" cy="27432"/>
          </a:xfrm>
          <a:prstGeom prst="rect">
            <a:avLst/>
          </a:prstGeom>
          <a:solidFill>
            <a:srgbClr val="00C4E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762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added via form or random generator. Saved to SQLite finance.db.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423160"/>
            <a:ext cx="68580" cy="36576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1188720"/>
            <a:ext cx="1554480" cy="2560320"/>
          </a:xfrm>
          <a:prstGeom prst="rect">
            <a:avLst/>
          </a:prstGeom>
          <a:solidFill>
            <a:srgbClr val="0B1829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0300" y="1005840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03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9738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1700" y="2084832"/>
            <a:ext cx="100584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988820" y="21762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all-MiniLM-L6-v2 encodes transaction text to 384-dim vector.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51860" y="2423160"/>
            <a:ext cx="685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0440" y="1188720"/>
            <a:ext cx="1554480" cy="2560320"/>
          </a:xfrm>
          <a:prstGeom prst="rect">
            <a:avLst/>
          </a:prstGeom>
          <a:solidFill>
            <a:srgbClr val="0B1829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100584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2044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94760" y="2084832"/>
            <a:ext cx="1005840" cy="27432"/>
          </a:xfrm>
          <a:prstGeom prst="rect">
            <a:avLst/>
          </a:prstGeom>
          <a:solidFill>
            <a:srgbClr val="A855F7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1762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IndexFlatL2 stores embedding. Supports live incremental add — no rebuild needed.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23160"/>
            <a:ext cx="6858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1188720"/>
            <a:ext cx="1554480" cy="2560320"/>
          </a:xfrm>
          <a:prstGeom prst="rect">
            <a:avLst/>
          </a:prstGeom>
          <a:solidFill>
            <a:srgbClr val="0B1829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46420" y="10058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64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4350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17820" y="2084832"/>
            <a:ext cx="1005840" cy="27432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34940" y="21762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encoded → top-5 nearest vectors found via L2 similarity search.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97980" y="2423160"/>
            <a:ext cx="685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1188720"/>
            <a:ext cx="1554480" cy="2560320"/>
          </a:xfrm>
          <a:prstGeom prst="rect">
            <a:avLst/>
          </a:prstGeom>
          <a:solidFill>
            <a:srgbClr val="0B18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9480" y="10058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6656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40880" y="2084832"/>
            <a:ext cx="100584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1762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retrieved context + stats. Returns structured JSON risk analysis.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78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17320" y="40599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"risk_level": "High",  "main_issue": "Food spending 3x above average",  "key_observations": ["Swiggy: ₹8,500 in 3 days", ...],  "recommended_actions": ["Set daily food budget ₹500", ...] 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in one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00C4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73736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cards, category breakdown bars, risk badge, and recent transaction table. Real-time updates on every transaction add.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14300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143000"/>
            <a:ext cx="54864" cy="1737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AI Insights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50876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Q&amp;A with your data. See retrieved evidence on the left, Gemini's structured risk analysis on the right.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14300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14300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 Transactions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150876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ledger with category filter buttons (All/Food/Shopping/Transport/Entertainment). Filterable transaction history.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Anomaly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statistical analysis flags outliers. Each anomaly displayed as an individual alert card with detection methodology.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306324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306324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Add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34290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random transaction generator + custom merchant/category/amount form. Pipeline architecture diagram included.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3063240"/>
            <a:ext cx="2788920" cy="1737360"/>
          </a:xfrm>
          <a:prstGeom prst="rect">
            <a:avLst/>
          </a:prstGeom>
          <a:solidFill>
            <a:srgbClr val="0F20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306324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318504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⚿  Auth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18504" y="34290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signup with verification, Google OAuth 2.0, forgot password reset, JWT sessions — full production auth.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production-grade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303520" cy="658368"/>
          </a:xfrm>
          <a:prstGeom prst="rect">
            <a:avLst/>
          </a:prstGeom>
          <a:solidFill>
            <a:srgbClr val="0B1829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0.8 — Python-native reactive web framework. Zero JavaScript. Compiles to React.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5303520" cy="658368"/>
          </a:xfrm>
          <a:prstGeom prst="rect">
            <a:avLst/>
          </a:prstGeom>
          <a:solidFill>
            <a:srgbClr val="0B18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38528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02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(gemini-2.5-flash) + sentence-transformers all-MiniLM-L6-v2 + FAISS IndexFlatL2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5303520" cy="658368"/>
          </a:xfrm>
          <a:prstGeom prst="rect">
            <a:avLst/>
          </a:prstGeom>
          <a:solidFill>
            <a:srgbClr val="0B182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8336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52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(finance.db transactions + users.db auth) via SQLAlchemy ORM with declarative 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5303520" cy="658368"/>
          </a:xfrm>
          <a:prstGeom prst="rect">
            <a:avLst/>
          </a:prstGeom>
          <a:solidFill>
            <a:srgbClr val="0B18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3814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 + Google OAuth 2.0 + SHA-256 password hashing + smtplib transactional email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5303520" cy="658368"/>
          </a:xfrm>
          <a:prstGeom prst="rect">
            <a:avLst/>
          </a:prstGeom>
          <a:solidFill>
            <a:srgbClr val="0B182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079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Cloud (dual-process: React frontend + Python WebSocket backend on same server)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1188720"/>
            <a:ext cx="3017520" cy="379476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1691640"/>
            <a:ext cx="1239926" cy="274320"/>
          </a:xfrm>
          <a:prstGeom prst="rect">
            <a:avLst/>
          </a:prstGeom>
          <a:solidFill>
            <a:srgbClr val="0EA5E9">
              <a:alpha val="1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691640"/>
            <a:ext cx="1239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02398" y="1691640"/>
            <a:ext cx="1078992" cy="27432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2398" y="16916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0.8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89320" y="2075688"/>
            <a:ext cx="998525" cy="274320"/>
          </a:xfrm>
          <a:prstGeom prst="rect">
            <a:avLst/>
          </a:prstGeom>
          <a:solidFill>
            <a:srgbClr val="A855F7">
              <a:alpha val="12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075688"/>
            <a:ext cx="998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CPU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60997" y="2075688"/>
            <a:ext cx="1561795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0997" y="2075688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9320" y="2459736"/>
            <a:ext cx="1320394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459736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82866" y="2459736"/>
            <a:ext cx="1078992" cy="274320"/>
          </a:xfrm>
          <a:prstGeom prst="rect">
            <a:avLst/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2866" y="24597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89320" y="2843784"/>
            <a:ext cx="1320394" cy="274320"/>
          </a:xfrm>
          <a:prstGeom prst="rect">
            <a:avLst/>
          </a:prstGeom>
          <a:solidFill>
            <a:srgbClr val="64748B">
              <a:alpha val="12000"/>
            </a:srgbClr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84378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82866" y="2843784"/>
            <a:ext cx="676656" cy="274320"/>
          </a:xfrm>
          <a:prstGeom prst="rect">
            <a:avLst/>
          </a:prstGeom>
          <a:solidFill>
            <a:srgbClr val="0EA5E9">
              <a:alpha val="1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2866" y="284378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3227832"/>
            <a:ext cx="1239926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3227832"/>
            <a:ext cx="1239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SHA-256+Salt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02398" y="3227832"/>
            <a:ext cx="837590" cy="27432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02398" y="3227832"/>
            <a:ext cx="837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smtplib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89320" y="3611880"/>
            <a:ext cx="1561795" cy="274320"/>
          </a:xfrm>
          <a:prstGeom prst="rect">
            <a:avLst/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361188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624267" y="3611880"/>
            <a:ext cx="676656" cy="274320"/>
          </a:xfrm>
          <a:prstGeom prst="rect">
            <a:avLst/>
          </a:prstGeom>
          <a:solidFill>
            <a:srgbClr val="A855F7">
              <a:alpha val="12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4267" y="361188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89320" y="3995928"/>
            <a:ext cx="1964131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995928"/>
            <a:ext cx="1964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secrets.token_urlsafe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9320" y="4379976"/>
            <a:ext cx="1239926" cy="27432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4379976"/>
            <a:ext cx="1239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Cloud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Layered intelligence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21208"/>
          </a:xfrm>
          <a:prstGeom prst="rect">
            <a:avLst/>
          </a:prstGeom>
          <a:solidFill>
            <a:srgbClr val="0B1829"/>
          </a:solidFill>
          <a:ln w="15240">
            <a:solidFill>
              <a:srgbClr val="00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73152" cy="521208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9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17957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Navika.py (Reflex)  •  login_page.py  •  auth_state.py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1179576"/>
            <a:ext cx="27432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801368"/>
            <a:ext cx="8595360" cy="521208"/>
          </a:xfrm>
          <a:prstGeom prst="rect">
            <a:avLst/>
          </a:prstGeom>
          <a:solidFill>
            <a:srgbClr val="0B1829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01368"/>
            <a:ext cx="73152" cy="5212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37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83794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 (FAISS + SentenceTransformer + Gemini API)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51760" y="1837944"/>
            <a:ext cx="27432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459736"/>
            <a:ext cx="8595360" cy="521208"/>
          </a:xfrm>
          <a:prstGeom prst="rect">
            <a:avLst/>
          </a:prstGeom>
          <a:solidFill>
            <a:srgbClr val="0B1829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59736"/>
            <a:ext cx="73152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96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4963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analytics.py (NumPy z-score anomaly detection)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2496312"/>
            <a:ext cx="27432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118104"/>
            <a:ext cx="8595360" cy="521208"/>
          </a:xfrm>
          <a:prstGeom prst="rect">
            <a:avLst/>
          </a:prstGeom>
          <a:solidFill>
            <a:srgbClr val="0B1829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18104"/>
            <a:ext cx="73152" cy="521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1546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auth_db.py  •  email_service.py  •  auth_state.py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3154680"/>
            <a:ext cx="27432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776472"/>
            <a:ext cx="8595360" cy="521208"/>
          </a:xfrm>
          <a:prstGeom prst="rect">
            <a:avLst/>
          </a:prstGeom>
          <a:solidFill>
            <a:srgbClr val="0B1829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76472"/>
            <a:ext cx="73152" cy="5212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130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813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(finance.db)  •  auth_db.py (users.db)  •  vector_store.py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51760" y="3813048"/>
            <a:ext cx="27432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572000"/>
            <a:ext cx="859536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0" y="4645152"/>
            <a:ext cx="2103120" cy="329184"/>
          </a:xfrm>
          <a:prstGeom prst="rect">
            <a:avLst/>
          </a:prstGeom>
          <a:solidFill>
            <a:srgbClr val="0F2035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46451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finance.db  ·  transaction storage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23360" y="4645152"/>
            <a:ext cx="2103120" cy="329184"/>
          </a:xfrm>
          <a:prstGeom prst="rect">
            <a:avLst/>
          </a:prstGeom>
          <a:solidFill>
            <a:srgbClr val="0F20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46451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users.db  ·  auth &amp; sessions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4645152"/>
            <a:ext cx="2103120" cy="329184"/>
          </a:xfrm>
          <a:prstGeom prst="rect">
            <a:avLst/>
          </a:prstGeom>
          <a:solidFill>
            <a:srgbClr val="0F2035"/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6451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 ·  in-memory vectors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security, zero compromise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2743200"/>
          </a:xfrm>
          <a:prstGeom prst="rect">
            <a:avLst/>
          </a:prstGeom>
          <a:solidFill>
            <a:srgbClr val="0B1829"/>
          </a:solidFill>
          <a:ln w="19050">
            <a:solidFill>
              <a:srgbClr val="00C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4864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Password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423160" cy="27432"/>
          </a:xfrm>
          <a:prstGeom prst="rect">
            <a:avLst/>
          </a:prstGeom>
          <a:solidFill>
            <a:srgbClr val="00C4E8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10512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→ SHA-256 hash (random salt)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221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email verification token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679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 → verified → session created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136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JWT session token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1143000"/>
            <a:ext cx="2788920" cy="2743200"/>
          </a:xfrm>
          <a:prstGeom prst="rect">
            <a:avLst/>
          </a:prstGeom>
          <a:solidFill>
            <a:srgbClr val="0B18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1143000"/>
            <a:ext cx="2788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227832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10712" y="1627632"/>
            <a:ext cx="2423160" cy="2743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10712" y="18105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85032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Google → OAuth consent screen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22677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85032" y="2221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code → access token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10712" y="27249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410712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85032" y="2679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Google profile (name, email, avatar)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0712" y="31821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410712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85032" y="3136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verify → session created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1143000"/>
            <a:ext cx="2788920" cy="2743200"/>
          </a:xfrm>
          <a:prstGeom prst="rect">
            <a:avLst/>
          </a:prstGeom>
          <a:solidFill>
            <a:srgbClr val="0B18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1143000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181344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64224" y="1627632"/>
            <a:ext cx="2423160" cy="2743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64224" y="18105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38544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→ 1-hour reset token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64224" y="22677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364224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38544" y="2221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HTML email with secure link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64224" y="27249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364224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38544" y="2679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/reset-password?token= → validate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64224" y="31821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364224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38544" y="3136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SHA-256 hash → security alert email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EMAILS: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4142232"/>
            <a:ext cx="1188720" cy="22860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Email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0" y="4142232"/>
            <a:ext cx="1188720" cy="22860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Email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120640" y="4142232"/>
            <a:ext cx="1188720" cy="22860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0" y="4142232"/>
            <a:ext cx="1188720" cy="22860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Confirmation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4142232"/>
            <a:ext cx="1188720" cy="228600"/>
          </a:xfrm>
          <a:prstGeom prst="rect">
            <a:avLst/>
          </a:prstGeom>
          <a:solidFill>
            <a:srgbClr val="00C4E8">
              <a:alpha val="12000"/>
            </a:srgbClr>
          </a:solidFill>
          <a:ln w="10160">
            <a:solidFill>
              <a:srgbClr val="00C4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Welcome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emails include branded HTML templates with Navika styling, personalized name, and fallback terminal output in dev mode.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metrics, real 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93392" cy="1463040"/>
          </a:xfrm>
          <a:prstGeom prst="rect">
            <a:avLst/>
          </a:prstGeom>
          <a:solidFill>
            <a:srgbClr val="0B1829"/>
          </a:solidFill>
          <a:ln w="19050">
            <a:solidFill>
              <a:srgbClr val="00C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93392" cy="54864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retrieval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1993392" cy="1463040"/>
          </a:xfrm>
          <a:prstGeom prst="rect">
            <a:avLst/>
          </a:prstGeom>
          <a:solidFill>
            <a:srgbClr val="0B18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43000"/>
            <a:ext cx="199339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2377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93392" cy="1463040"/>
          </a:xfrm>
          <a:prstGeom prst="rect">
            <a:avLst/>
          </a:prstGeom>
          <a:solidFill>
            <a:srgbClr val="0B1829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43000"/>
            <a:ext cx="1993392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Hit@1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2377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category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143000"/>
            <a:ext cx="1993392" cy="1463040"/>
          </a:xfrm>
          <a:prstGeom prst="rect">
            <a:avLst/>
          </a:prstGeom>
          <a:solidFill>
            <a:srgbClr val="0B18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43000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~97%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03136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2377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structured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success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5120640" cy="192024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17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TIMINGS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337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cold start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51760" y="3337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20–45 sec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11880" y="3337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download (once)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5120640" cy="292608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630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warm start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sec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11880" y="36301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RAM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3922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 (1000 vectors)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51760" y="39227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39227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L2 search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197096"/>
            <a:ext cx="5120640" cy="292608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2153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rag_answer() call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51760" y="4215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3–7 sec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2153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Gemini API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4507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4507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5 ms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11880" y="4507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NumPy operation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0" y="2926080"/>
            <a:ext cx="3200400" cy="192024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06440" y="3337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33375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06440" y="35844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95160" y="3584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06440" y="3831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STSb: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95160" y="38313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0.844 Spearman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06440" y="4078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95160" y="4078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06440" y="43251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95160" y="43251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 MB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06440" y="45720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95160" y="4572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 sent/sec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Privacy-first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20040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91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finance.db —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merchant, category, amount, timestamp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users.db —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email, name, password_hash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google_id, is_verified, avatar_url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3931920" cy="54864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924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users.db — user_sessions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48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token, expires_at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393192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133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users.db — tokens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EmailVerificationToken, PasswordResetToken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608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(token, user_id, expires_at, used)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206240" cy="320040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MEASURES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6420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16276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random 16-byte salt. Format: salt:hash. Never stored plaintext.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002536"/>
            <a:ext cx="182880" cy="18288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1965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Security: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19659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secrets.token_urlsafe(48) — 384 bits of entropy per token.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34086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Expiry: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304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24h  •  Reset: 1h  •  Session: 30d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79192"/>
            <a:ext cx="182880" cy="18288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Reuse Block: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26426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used=True set atomically; each token works exactly once.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29809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29809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via SQLAlchemy ORM — zero raw string formatting.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355848"/>
            <a:ext cx="182880" cy="18288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3319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33192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WebSocket architecture inherently prevents CSRF attacks.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9417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657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DB Isolation: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09360" y="3657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finance.db and users.db are completely separate files.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403250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010912" y="39959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 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39959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Reflex Cloud TLS termination on deployment.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commit to GitHub: .env  •  finance.db  •  users.db  •  venv/  •  __pycache__/  (all in .gitignore)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at navika-gold-book.reflex.run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389120" cy="3063240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COMPARISON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Cloud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609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Dual-process native; free hobby tier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438912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29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Paid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029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Docker, paid tier 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450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Spins 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dies after 15min idle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438912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Vercel/Netlify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Python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Static/Node.js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Static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Python backend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438912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12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DigitalOcean VPS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65960" y="3712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$6/mo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3712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but requires manual server setup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097280"/>
            <a:ext cx="3931920" cy="3063240"/>
          </a:xfrm>
          <a:prstGeom prst="rect">
            <a:avLst/>
          </a:prstGeom>
          <a:solidFill>
            <a:srgbClr val="0B182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 3 COMMANDS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1627632"/>
            <a:ext cx="274320" cy="27432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1572768"/>
            <a:ext cx="3246120" cy="384048"/>
          </a:xfrm>
          <a:prstGeom prst="rect">
            <a:avLst/>
          </a:prstGeom>
          <a:solidFill>
            <a:srgbClr val="0D1B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reflex-cloud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2066544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0680" y="2011680"/>
            <a:ext cx="3246120" cy="384048"/>
          </a:xfrm>
          <a:prstGeom prst="rect">
            <a:avLst/>
          </a:prstGeom>
          <a:solidFill>
            <a:srgbClr val="0D1B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066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reflex login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0680" y="2450592"/>
            <a:ext cx="3246120" cy="384048"/>
          </a:xfrm>
          <a:prstGeom prst="rect">
            <a:avLst/>
          </a:prstGeom>
          <a:solidFill>
            <a:srgbClr val="0D1B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505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reflex deploy --env GEMINI_API_KEY=...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Reflex Cloud?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1272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apps require TWO simultaneous processes: a compiled React frontend and a Python WebSocket backend. Only Reflex Cloud handles this dual-process architecture correctly with automatic routing, TLS, and free hobby tier.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0B1829"/>
          </a:solidFill>
          <a:ln w="19050">
            <a:solidFill>
              <a:srgbClr val="00C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LIVE AT: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2024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navika-gold-book.reflex.run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26480" y="4407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github.com/Nitanshu715/Navika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 For Green Bharat — FinTech AI Track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solidFill>
            <a:srgbClr val="0B18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#4: RAG-Driven Personal Finance Assistants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GenAI assistant for banking that uses RAG to answer financial questions from user transaction data."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402336"/>
          </a:xfrm>
          <a:prstGeom prst="rect">
            <a:avLst/>
          </a:prstGeom>
          <a:solidFill>
            <a:srgbClr val="0B1829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RAG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9476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 + Gemini. Retrieves user's actual transaction context before every query.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8595360" cy="402336"/>
          </a:xfrm>
          <a:prstGeom prst="rect">
            <a:avLst/>
          </a:prstGeom>
          <a:solidFill>
            <a:srgbClr val="0F20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Grounded AI Answers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423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enforces 'Only use the data below. Never invent numbers.' — zero hallucination.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25496"/>
            <a:ext cx="8595360" cy="402336"/>
          </a:xfrm>
          <a:prstGeom prst="rect">
            <a:avLst/>
          </a:prstGeom>
          <a:solidFill>
            <a:srgbClr val="0B1829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User Transaction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898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finance.db stores all transactions. FAISS index built from real user data.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300984"/>
            <a:ext cx="8595360" cy="402336"/>
          </a:xfrm>
          <a:prstGeom prst="rect">
            <a:avLst/>
          </a:prstGeom>
          <a:solidFill>
            <a:srgbClr val="0F20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Risk Analysis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3741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JSON: risk_level, main_issue, key_observations[], recommended_actions[].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8595360" cy="402336"/>
          </a:xfrm>
          <a:prstGeom prst="rect">
            <a:avLst/>
          </a:prstGeom>
          <a:solidFill>
            <a:srgbClr val="0B1829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9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Full-Stack Platform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8496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dashboard, anomaly detection, auth system — not just a chatbot.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402336"/>
          </a:xfrm>
          <a:prstGeom prst="rect">
            <a:avLst/>
          </a:prstGeom>
          <a:solidFill>
            <a:srgbClr val="0F2035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Pathway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3251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FAISS + SQLite. Roadmap v1.2: Pathway pw.demo.range_stream() for real-time streaming.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for Navika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768096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4871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960120"/>
            <a:ext cx="1828800" cy="1463040"/>
          </a:xfrm>
          <a:prstGeom prst="rect">
            <a:avLst/>
          </a:prstGeom>
          <a:solidFill>
            <a:srgbClr val="0B1829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289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490472"/>
            <a:ext cx="1554480" cy="2743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Pipeline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1764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5-Tab Dashboard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Auth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21671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Detection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368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Deployed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24912" y="2487168"/>
            <a:ext cx="256032" cy="256032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926080"/>
            <a:ext cx="1828800" cy="1508760"/>
          </a:xfrm>
          <a:prstGeom prst="rect">
            <a:avLst/>
          </a:prstGeom>
          <a:solidFill>
            <a:srgbClr val="0B1829"/>
          </a:solidFill>
          <a:ln w="15240">
            <a:solidFill>
              <a:srgbClr val="00C4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3464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32552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3456432"/>
            <a:ext cx="1554480" cy="27432"/>
          </a:xfrm>
          <a:prstGeom prst="rect">
            <a:avLst/>
          </a:prstGeom>
          <a:solidFill>
            <a:srgbClr val="00C4E8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529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Per-user transaction isolation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3730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FAISS index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goals system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2487168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960120"/>
            <a:ext cx="1828800" cy="1463040"/>
          </a:xfrm>
          <a:prstGeom prst="rect">
            <a:avLst/>
          </a:prstGeom>
          <a:solidFill>
            <a:srgbClr val="0B1829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1289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4920" y="1490472"/>
            <a:ext cx="1554480" cy="27432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Pathway real-time streaming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1764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hybrid retrieval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migration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31152" y="2487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2926080"/>
            <a:ext cx="1828800" cy="1508760"/>
          </a:xfrm>
          <a:prstGeom prst="rect">
            <a:avLst/>
          </a:prstGeom>
          <a:solidFill>
            <a:srgbClr val="0B1829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4088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v2.0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32552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3456432"/>
            <a:ext cx="1554480" cy="2743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3529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statement PDF import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0" y="3730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Spending predictions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3232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responsive UI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C4E8">
              <a:alpha val="5000"/>
            </a:srgbClr>
          </a:solidFill>
          <a:ln w="6350">
            <a:solidFill>
              <a:srgbClr val="00C4E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7C3AED">
              <a:alpha val="5000"/>
            </a:srgbClr>
          </a:solidFill>
          <a:ln w="635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4572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NAVIKA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finances, finally understood.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971800"/>
            <a:ext cx="457200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154680"/>
            <a:ext cx="2606040" cy="868680"/>
          </a:xfrm>
          <a:prstGeom prst="rect">
            <a:avLst/>
          </a:prstGeom>
          <a:solidFill>
            <a:srgbClr val="0B1829"/>
          </a:solidFill>
          <a:ln w="12700">
            <a:solidFill>
              <a:srgbClr val="00C4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Try It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navika-gold-book.reflex.run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3154680"/>
            <a:ext cx="2606040" cy="868680"/>
          </a:xfrm>
          <a:prstGeom prst="rect">
            <a:avLst/>
          </a:prstGeom>
          <a:solidFill>
            <a:srgbClr val="0B1829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View 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547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github.com/Nitanshu715/Navika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3154680"/>
            <a:ext cx="2606040" cy="868680"/>
          </a:xfrm>
          <a:prstGeom prst="rect">
            <a:avLst/>
          </a:prstGeom>
          <a:solidFill>
            <a:srgbClr val="0B182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Collaborate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547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contributions &amp; partnerships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52398" y="4251960"/>
            <a:ext cx="769925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2398" y="4251960"/>
            <a:ext cx="7699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13762" y="4251960"/>
            <a:ext cx="769925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3762" y="4251960"/>
            <a:ext cx="7699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75127" y="4251960"/>
            <a:ext cx="69494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5127" y="42519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61511" y="4251960"/>
            <a:ext cx="769925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1511" y="4251960"/>
            <a:ext cx="7699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22876" y="4251960"/>
            <a:ext cx="106984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2876" y="425196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84164" y="4251960"/>
            <a:ext cx="121981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4164" y="4251960"/>
            <a:ext cx="1219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95414" y="4251960"/>
            <a:ext cx="1144829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5414" y="4251960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Hack For Green Bharat  •  RAG-Driven Personal Finance Assistants Track  • 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Navika — AI Finance Intelligence Platform</dc:title>
  <dc:subject>PptxGenJS Presentation</dc:subject>
  <dc:creator>Navika</dc:creator>
  <cp:lastModifiedBy>Navika</cp:lastModifiedBy>
  <cp:revision>1</cp:revision>
  <dcterms:created xsi:type="dcterms:W3CDTF">2026-02-26T11:17:08Z</dcterms:created>
  <dcterms:modified xsi:type="dcterms:W3CDTF">2026-02-26T11:17:08Z</dcterms:modified>
</cp:coreProperties>
</file>